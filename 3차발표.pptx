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76" d="100"/>
          <a:sy n="76" d="100"/>
        </p:scale>
        <p:origin x="5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EF6C25-1AED-979F-68F4-12D2ADF26F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9019D17-E71E-FDDB-3727-E02C422132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6E9474-6529-8878-35A5-52107F900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AC257-D01E-47FE-BB12-4F2AEC1718D8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886CC1-ED6D-84E1-DD27-AC058430A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6A5D15-967F-13FF-58A8-281B5F772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30F03-F856-4C25-8CC4-2C01269568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0450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6B37F7-D05E-1765-F24A-586B3C5D8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E43294-8264-11F1-CE25-C6BE35B64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75D806-2D14-A20D-FE6D-FFD0768DD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AC257-D01E-47FE-BB12-4F2AEC1718D8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868D1F-3212-059A-D42C-49A0FE82C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6EA709-266B-0C75-9FF8-87DE2D90B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30F03-F856-4C25-8CC4-2C01269568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9787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C05DC8-BF35-06EF-D2A0-2CA56716E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A59289-F3BB-9E77-66D0-3BCE880B0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5C2AFA-3A9D-C3E5-6B22-EAAD2FA95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AC257-D01E-47FE-BB12-4F2AEC1718D8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C045A2-3785-DE97-1CE1-789CFCB3A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F868F1-4F4E-FD98-33BA-D2AD208D0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30F03-F856-4C25-8CC4-2C01269568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3912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DFDA88-2493-C4A8-D307-E784F59D1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C1509E-627E-B94F-F99C-910AC39AB6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F3216EE-A708-DA37-38B8-A6A8C0D8A7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1C74808-838A-6080-B470-27FC92EA9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AC257-D01E-47FE-BB12-4F2AEC1718D8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F80E9B-7503-F190-DD91-560406F36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D86824-B107-3DE1-5632-393977D08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30F03-F856-4C25-8CC4-2C01269568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033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4B0498-D9E8-7AB0-D859-333CB56F2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B5D87E-9D9A-C550-4652-BE3D256FE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4B9C48-1166-BD81-FAE1-FB249A8EE8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3B3F383-2B36-F66A-A0D3-F2B0829B27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F3E223C-D5D7-49BD-AE73-9BCE6671C5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C441381-469E-7B77-6757-6603C2C12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AC257-D01E-47FE-BB12-4F2AEC1718D8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38BA0A5-8340-8D59-38FE-9D73B3A20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FB656AA-45A9-F177-9DB4-D8E587835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30F03-F856-4C25-8CC4-2C01269568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568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5A059D-B1DE-4CDA-971D-3FDCA34EB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6EAE0F0-0F1F-95BC-358B-3A68F50D0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AC257-D01E-47FE-BB12-4F2AEC1718D8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04D5831-72BC-880B-48EC-F92571D2C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6553A83-46FF-CC5B-4097-7E2B9A4E6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30F03-F856-4C25-8CC4-2C01269568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4217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FF9A97F-4219-F64E-0DC2-71051B9D9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AC257-D01E-47FE-BB12-4F2AEC1718D8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00CD116-8A09-3C8B-710C-1FE822F1C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FA923D-1342-75D7-1513-C360FDCC7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30F03-F856-4C25-8CC4-2C01269568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9304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8B4AE4-A5A8-5321-52F5-9056D40FA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ABBDA1-9941-59F5-8B18-AA4B984FD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AD2AD3-B06B-C7C5-B325-59C6706556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83F78D-148B-378F-35E3-7724D1760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AC257-D01E-47FE-BB12-4F2AEC1718D8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B3108D3-0F68-CD66-1177-7621431F5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452DD3-3D8B-7619-A700-5A0AB45F6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30F03-F856-4C25-8CC4-2C01269568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598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26E7AB-0CD4-2B36-C1EC-E1A34273A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EE16728-3E5B-D820-7F04-3F99EAC25C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20BF0A4-58EE-DF53-F629-EDB13043FF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539E40-08D1-2564-812B-E5FBCF98C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AC257-D01E-47FE-BB12-4F2AEC1718D8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1878A4-9DA9-944F-C0F4-CF3E67D04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90F84B-6954-FAAB-90AE-E283F3466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30F03-F856-4C25-8CC4-2C01269568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1916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D5E291-50F1-A398-5538-259395488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8569190-CFE2-D27B-E01F-E1C2C8E3F7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C8E184-9F1E-F73A-CCE4-B502695C3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AC257-D01E-47FE-BB12-4F2AEC1718D8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DBCE37-C5F0-8C10-26E9-44EDDF18D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69528E-131F-38D1-070A-A3C36C53F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30F03-F856-4C25-8CC4-2C01269568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945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86A06AE-F498-5F0E-20E8-E817587CDB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B98A57-124A-EAC1-C849-0FA9BB5750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8398C2-5BB3-A2F0-F7D4-3E938088E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AC257-D01E-47FE-BB12-4F2AEC1718D8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690223-2E5F-4121-FC71-697CDB8B9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5DE01C-3811-E81E-8116-5F529C8ED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30F03-F856-4C25-8CC4-2C01269568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5004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4F13F79-A75E-7FFE-4021-C4836489A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04A289-E426-5AE3-EEED-1A8201FA1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B181BD-FD21-920D-BE19-B7F3C03154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2AC257-D01E-47FE-BB12-4F2AEC1718D8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38DA12-86F6-D6CE-9100-10C3D7076B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0C12FF-031B-B6BA-B743-E0BCE01CE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530F03-F856-4C25-8CC4-2C01269568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7062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1B9F80-247B-920C-C3E2-E7C61634C1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B928029-4D66-17A1-E7A3-4B8A90B054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 descr="텍스트, 소프트웨어, 디스플레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BC97B4E-C14B-FBE3-5A9C-1080C6AA1C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471" t="19607" r="10794" b="11530"/>
          <a:stretch>
            <a:fillRect/>
          </a:stretch>
        </p:blipFill>
        <p:spPr>
          <a:xfrm>
            <a:off x="0" y="-23626"/>
            <a:ext cx="12211358" cy="688162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9C6D7832-5A03-900C-5344-4DA1E3BE5721}"/>
              </a:ext>
            </a:extLst>
          </p:cNvPr>
          <p:cNvSpPr/>
          <p:nvPr/>
        </p:nvSpPr>
        <p:spPr>
          <a:xfrm>
            <a:off x="8914042" y="3200400"/>
            <a:ext cx="151300" cy="5731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49E146-A32C-7707-A738-F0F87D8F4CF3}"/>
              </a:ext>
            </a:extLst>
          </p:cNvPr>
          <p:cNvSpPr txBox="1"/>
          <p:nvPr/>
        </p:nvSpPr>
        <p:spPr>
          <a:xfrm>
            <a:off x="8823583" y="3200400"/>
            <a:ext cx="828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53009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3A9DE-965F-B0B3-7C79-8AFEBBC5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64A80E-0721-8A36-96B8-4F5659FBB2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8824395-9EC8-48BC-488C-49F0200F67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15AF392-D7A3-678D-5E1A-B8CE650B4AAF}"/>
              </a:ext>
            </a:extLst>
          </p:cNvPr>
          <p:cNvSpPr/>
          <p:nvPr/>
        </p:nvSpPr>
        <p:spPr>
          <a:xfrm>
            <a:off x="8914042" y="3200400"/>
            <a:ext cx="151300" cy="5731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DB362F-CD76-16B5-D398-4E76B316A041}"/>
              </a:ext>
            </a:extLst>
          </p:cNvPr>
          <p:cNvSpPr txBox="1"/>
          <p:nvPr/>
        </p:nvSpPr>
        <p:spPr>
          <a:xfrm>
            <a:off x="8823583" y="3200400"/>
            <a:ext cx="828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</a:p>
        </p:txBody>
      </p:sp>
      <p:pic>
        <p:nvPicPr>
          <p:cNvPr id="8" name="그림 7" descr="텍스트, 소프트웨어, 컴퓨터 아이콘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292EAA8-90F1-124C-99FE-49F1B37B92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833" t="19641" r="10888" b="11541"/>
          <a:stretch>
            <a:fillRect/>
          </a:stretch>
        </p:blipFill>
        <p:spPr>
          <a:xfrm>
            <a:off x="0" y="0"/>
            <a:ext cx="12192000" cy="6912067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BB0DB26F-5367-A391-7DBA-4739D5898480}"/>
              </a:ext>
            </a:extLst>
          </p:cNvPr>
          <p:cNvSpPr/>
          <p:nvPr/>
        </p:nvSpPr>
        <p:spPr>
          <a:xfrm>
            <a:off x="1641987" y="1122363"/>
            <a:ext cx="8858865" cy="53964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1CC3F92D-6FC2-8D53-63DD-7CA6B409EA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777967"/>
              </p:ext>
            </p:extLst>
          </p:nvPr>
        </p:nvGraphicFramePr>
        <p:xfrm>
          <a:off x="1101904" y="1155095"/>
          <a:ext cx="9921696" cy="53636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4733">
                  <a:extLst>
                    <a:ext uri="{9D8B030D-6E8A-4147-A177-3AD203B41FA5}">
                      <a16:colId xmlns:a16="http://schemas.microsoft.com/office/drawing/2014/main" val="4188836906"/>
                    </a:ext>
                  </a:extLst>
                </a:gridCol>
                <a:gridCol w="3536115">
                  <a:extLst>
                    <a:ext uri="{9D8B030D-6E8A-4147-A177-3AD203B41FA5}">
                      <a16:colId xmlns:a16="http://schemas.microsoft.com/office/drawing/2014/main" val="1692698991"/>
                    </a:ext>
                  </a:extLst>
                </a:gridCol>
                <a:gridCol w="3905157">
                  <a:extLst>
                    <a:ext uri="{9D8B030D-6E8A-4147-A177-3AD203B41FA5}">
                      <a16:colId xmlns:a16="http://schemas.microsoft.com/office/drawing/2014/main" val="1275905398"/>
                    </a:ext>
                  </a:extLst>
                </a:gridCol>
                <a:gridCol w="1055691">
                  <a:extLst>
                    <a:ext uri="{9D8B030D-6E8A-4147-A177-3AD203B41FA5}">
                      <a16:colId xmlns:a16="http://schemas.microsoft.com/office/drawing/2014/main" val="3782105524"/>
                    </a:ext>
                  </a:extLst>
                </a:gridCol>
              </a:tblGrid>
              <a:tr h="76450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목표범위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실제 개발 완료 범위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진척도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8399606"/>
                  </a:ext>
                </a:extLst>
              </a:tr>
              <a:tr h="43686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238025"/>
                  </a:ext>
                </a:extLst>
              </a:tr>
              <a:tr h="76450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캐릭터 컨트롤러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좌우이동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공격키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이동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공격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점프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앉기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150%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7219070"/>
                  </a:ext>
                </a:extLst>
              </a:tr>
              <a:tr h="174744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게임 코어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플레이어끼리의</a:t>
                      </a:r>
                      <a:r>
                        <a:rPr lang="ko-KR" altLang="en-US" dirty="0"/>
                        <a:t> 충돌 구현</a:t>
                      </a:r>
                      <a:r>
                        <a:rPr lang="en-US" altLang="ko-KR" dirty="0"/>
                        <a:t>,</a:t>
                      </a:r>
                    </a:p>
                    <a:p>
                      <a:pPr latinLnBrk="1"/>
                      <a:r>
                        <a:rPr lang="ko-KR" altLang="en-US" dirty="0"/>
                        <a:t>타격 구현</a:t>
                      </a:r>
                      <a:r>
                        <a:rPr lang="en-US" altLang="ko-KR" dirty="0"/>
                        <a:t>,</a:t>
                      </a:r>
                    </a:p>
                    <a:p>
                      <a:pPr latinLnBrk="1"/>
                      <a:r>
                        <a:rPr lang="en-US" altLang="ko-KR" dirty="0"/>
                        <a:t>Hp</a:t>
                      </a:r>
                      <a:r>
                        <a:rPr lang="ko-KR" altLang="en-US" dirty="0"/>
                        <a:t>바 감소 구현</a:t>
                      </a:r>
                      <a:r>
                        <a:rPr lang="en-US" altLang="ko-KR" dirty="0"/>
                        <a:t>,</a:t>
                      </a:r>
                    </a:p>
                    <a:p>
                      <a:pPr latinLnBrk="1"/>
                      <a:r>
                        <a:rPr lang="ko-KR" altLang="en-US" dirty="0"/>
                        <a:t>콤보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Hurt hit</a:t>
                      </a:r>
                      <a:r>
                        <a:rPr lang="ko-KR" altLang="en-US" dirty="0"/>
                        <a:t>박스 나눠 충돌 구현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타격 구현</a:t>
                      </a:r>
                      <a:r>
                        <a:rPr lang="en-US" altLang="ko-KR" dirty="0"/>
                        <a:t>, hp</a:t>
                      </a:r>
                      <a:r>
                        <a:rPr lang="ko-KR" altLang="en-US" dirty="0" err="1"/>
                        <a:t>바구현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콤보 </a:t>
                      </a:r>
                      <a:r>
                        <a:rPr lang="en-US" altLang="ko-KR" dirty="0"/>
                        <a:t>player 3</a:t>
                      </a:r>
                      <a:r>
                        <a:rPr lang="ko-KR" altLang="en-US" dirty="0"/>
                        <a:t>종 구현 </a:t>
                      </a:r>
                      <a:r>
                        <a:rPr lang="en-US" altLang="ko-KR" dirty="0"/>
                        <a:t>(2</a:t>
                      </a:r>
                      <a:r>
                        <a:rPr lang="ko-KR" altLang="en-US" dirty="0"/>
                        <a:t>단 콤보</a:t>
                      </a:r>
                      <a:r>
                        <a:rPr lang="en-US" altLang="ko-KR" dirty="0"/>
                        <a:t>, 3</a:t>
                      </a:r>
                      <a:r>
                        <a:rPr lang="ko-KR" altLang="en-US" dirty="0"/>
                        <a:t>단 콤보</a:t>
                      </a:r>
                      <a:r>
                        <a:rPr lang="en-US" altLang="ko-KR" dirty="0"/>
                        <a:t>)/ enemy 2</a:t>
                      </a:r>
                      <a:r>
                        <a:rPr lang="ko-KR" altLang="en-US" dirty="0"/>
                        <a:t>종 </a:t>
                      </a:r>
                      <a:r>
                        <a:rPr lang="en-US" altLang="ko-KR" dirty="0"/>
                        <a:t>(2</a:t>
                      </a:r>
                      <a:r>
                        <a:rPr lang="ko-KR" altLang="en-US" dirty="0" err="1"/>
                        <a:t>단콤보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150%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4399846"/>
                  </a:ext>
                </a:extLst>
              </a:tr>
              <a:tr h="4429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모델링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Player/enemy 2</a:t>
                      </a:r>
                      <a:r>
                        <a:rPr lang="ko-KR" altLang="en-US" dirty="0"/>
                        <a:t>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루시아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가이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043211"/>
                  </a:ext>
                </a:extLst>
              </a:tr>
              <a:tr h="4429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타이머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타이머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구현 못함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483184"/>
                  </a:ext>
                </a:extLst>
              </a:tr>
              <a:tr h="76450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애니메이션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공격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피격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공격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방어만 구현 </a:t>
                      </a:r>
                      <a:r>
                        <a:rPr lang="en-US" altLang="ko-KR" dirty="0"/>
                        <a:t>hit reaction </a:t>
                      </a:r>
                      <a:r>
                        <a:rPr lang="ko-KR" altLang="en-US" dirty="0"/>
                        <a:t>구현 못함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709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9493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C72DC-A7D9-9CB5-8B08-96E526E34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A3E6942-2699-5D38-B401-DAB12CAD0B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29" t="12616" r="8306" b="6523"/>
          <a:stretch>
            <a:fillRect/>
          </a:stretch>
        </p:blipFill>
        <p:spPr>
          <a:xfrm>
            <a:off x="3490452" y="0"/>
            <a:ext cx="8701548" cy="4764730"/>
          </a:xfrm>
          <a:prstGeom prst="rect">
            <a:avLst/>
          </a:prstGeom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E8074A5-5534-8B06-00D2-1625A08F0B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3765097"/>
              </p:ext>
            </p:extLst>
          </p:nvPr>
        </p:nvGraphicFramePr>
        <p:xfrm>
          <a:off x="135466" y="3860800"/>
          <a:ext cx="40640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20189649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0014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r>
                        <a:rPr lang="ko-KR" altLang="en-US" dirty="0" err="1"/>
                        <a:t>커밋수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845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 of 28, Sep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454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2, Nov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997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9, Nov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6011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16, Nov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36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583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23, Nov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475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30, Nov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623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7, Dec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884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8788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134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691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48769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1621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161</Words>
  <Application>Microsoft Office PowerPoint</Application>
  <PresentationFormat>와이드스크린</PresentationFormat>
  <Paragraphs>51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김채림(2023182011)</dc:creator>
  <cp:lastModifiedBy>김채림(2023182011)</cp:lastModifiedBy>
  <cp:revision>1</cp:revision>
  <dcterms:created xsi:type="dcterms:W3CDTF">2025-12-10T14:07:20Z</dcterms:created>
  <dcterms:modified xsi:type="dcterms:W3CDTF">2025-12-10T14:59:48Z</dcterms:modified>
</cp:coreProperties>
</file>